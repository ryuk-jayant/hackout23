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5143500" cx="9144000"/>
  <p:notesSz cx="6858000" cy="9144000"/>
  <p:embeddedFontLst>
    <p:embeddedFont>
      <p:font typeface="Ubuntu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4A3950-2C18-431F-9617-0320F6A2CCBA}">
  <a:tblStyle styleId="{084A3950-2C18-431F-9617-0320F6A2CCB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Ubuntu-boldItalic.fntdata"/><Relationship Id="rId16" Type="http://schemas.openxmlformats.org/officeDocument/2006/relationships/font" Target="fonts/Ubuntu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7d60a261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77d60a2611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77d60a2611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277d60a2611_2_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77d60a2611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277d60a2611_2_1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7d60a2611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277d60a2611_2_1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77d60a2611_2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277d60a2611_2_1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77d60a2611_2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77d60a2611_2_1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77d60a2611_2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277d60a2611_2_2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77d60a2611_2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277d60a2611_2_2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1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gif"/><Relationship Id="rId4" Type="http://schemas.openxmlformats.org/officeDocument/2006/relationships/image" Target="../media/image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2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4F63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4623296" y="0"/>
            <a:ext cx="7053943" cy="4629150"/>
          </a:xfrm>
          <a:custGeom>
            <a:rect b="b" l="l" r="r" t="t"/>
            <a:pathLst>
              <a:path extrusionOk="0" h="9258300" w="14107886">
                <a:moveTo>
                  <a:pt x="0" y="0"/>
                </a:moveTo>
                <a:lnTo>
                  <a:pt x="14107886" y="0"/>
                </a:lnTo>
                <a:lnTo>
                  <a:pt x="14107886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0" name="Google Shape;130;p25"/>
          <p:cNvGrpSpPr/>
          <p:nvPr/>
        </p:nvGrpSpPr>
        <p:grpSpPr>
          <a:xfrm>
            <a:off x="0" y="3324007"/>
            <a:ext cx="9246592" cy="8271373"/>
            <a:chOff x="0" y="-41275"/>
            <a:chExt cx="812800" cy="727075"/>
          </a:xfrm>
        </p:grpSpPr>
        <p:sp>
          <p:nvSpPr>
            <p:cNvPr id="131" name="Google Shape;131;p25"/>
            <p:cNvSpPr/>
            <p:nvPr/>
          </p:nvSpPr>
          <p:spPr>
            <a:xfrm>
              <a:off x="0" y="0"/>
              <a:ext cx="812800" cy="222637"/>
            </a:xfrm>
            <a:custGeom>
              <a:rect b="b" l="l" r="r" t="t"/>
              <a:pathLst>
                <a:path extrusionOk="0" h="222637" w="812800">
                  <a:moveTo>
                    <a:pt x="0" y="50800"/>
                  </a:moveTo>
                  <a:lnTo>
                    <a:pt x="406400" y="0"/>
                  </a:lnTo>
                  <a:lnTo>
                    <a:pt x="812800" y="50800"/>
                  </a:lnTo>
                  <a:lnTo>
                    <a:pt x="812800" y="171837"/>
                  </a:lnTo>
                  <a:lnTo>
                    <a:pt x="406400" y="222637"/>
                  </a:lnTo>
                  <a:lnTo>
                    <a:pt x="0" y="171837"/>
                  </a:lnTo>
                  <a:lnTo>
                    <a:pt x="0" y="50800"/>
                  </a:lnTo>
                </a:path>
              </a:pathLst>
            </a:custGeom>
            <a:solidFill>
              <a:srgbClr val="3B2899"/>
            </a:solidFill>
            <a:ln>
              <a:noFill/>
            </a:ln>
          </p:spPr>
        </p:sp>
        <p:sp>
          <p:nvSpPr>
            <p:cNvPr id="132" name="Google Shape;132;p25"/>
            <p:cNvSpPr txBox="1"/>
            <p:nvPr/>
          </p:nvSpPr>
          <p:spPr>
            <a:xfrm>
              <a:off x="0" y="-41275"/>
              <a:ext cx="8128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25"/>
          <p:cNvGrpSpPr/>
          <p:nvPr/>
        </p:nvGrpSpPr>
        <p:grpSpPr>
          <a:xfrm>
            <a:off x="5683388" y="2460060"/>
            <a:ext cx="3089545" cy="3175013"/>
            <a:chOff x="-386162" y="0"/>
            <a:chExt cx="8238787" cy="8466701"/>
          </a:xfrm>
        </p:grpSpPr>
        <p:grpSp>
          <p:nvGrpSpPr>
            <p:cNvPr id="134" name="Google Shape;134;p25"/>
            <p:cNvGrpSpPr/>
            <p:nvPr/>
          </p:nvGrpSpPr>
          <p:grpSpPr>
            <a:xfrm rot="-5400000">
              <a:off x="-1369956" y="4414283"/>
              <a:ext cx="4707501" cy="2739912"/>
              <a:chOff x="0" y="-66675"/>
              <a:chExt cx="812800" cy="473075"/>
            </a:xfrm>
          </p:grpSpPr>
          <p:sp>
            <p:nvSpPr>
              <p:cNvPr id="135" name="Google Shape;135;p25"/>
              <p:cNvSpPr/>
              <p:nvPr/>
            </p:nvSpPr>
            <p:spPr>
              <a:xfrm>
                <a:off x="0" y="0"/>
                <a:ext cx="760173" cy="406400"/>
              </a:xfrm>
              <a:custGeom>
                <a:rect b="b" l="l" r="r" t="t"/>
                <a:pathLst>
                  <a:path extrusionOk="0" h="406400" w="760173">
                    <a:moveTo>
                      <a:pt x="556973" y="0"/>
                    </a:moveTo>
                    <a:cubicBezTo>
                      <a:pt x="669197" y="0"/>
                      <a:pt x="760173" y="90976"/>
                      <a:pt x="760173" y="203200"/>
                    </a:cubicBezTo>
                    <a:cubicBezTo>
                      <a:pt x="760173" y="315424"/>
                      <a:pt x="669197" y="406400"/>
                      <a:pt x="5569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556973" y="0"/>
                    </a:ln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25"/>
              <p:cNvSpPr txBox="1"/>
              <p:nvPr/>
            </p:nvSpPr>
            <p:spPr>
              <a:xfrm>
                <a:off x="0" y="-66675"/>
                <a:ext cx="812800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" name="Google Shape;137;p25"/>
            <p:cNvGrpSpPr/>
            <p:nvPr/>
          </p:nvGrpSpPr>
          <p:grpSpPr>
            <a:xfrm rot="-5400000">
              <a:off x="827031" y="3861833"/>
              <a:ext cx="5812401" cy="2739912"/>
              <a:chOff x="0" y="-66675"/>
              <a:chExt cx="1003573" cy="473075"/>
            </a:xfrm>
          </p:grpSpPr>
          <p:sp>
            <p:nvSpPr>
              <p:cNvPr id="138" name="Google Shape;138;p25"/>
              <p:cNvSpPr/>
              <p:nvPr/>
            </p:nvSpPr>
            <p:spPr>
              <a:xfrm>
                <a:off x="0" y="0"/>
                <a:ext cx="1003573" cy="406400"/>
              </a:xfrm>
              <a:custGeom>
                <a:rect b="b" l="l" r="r" t="t"/>
                <a:pathLst>
                  <a:path extrusionOk="0" h="406400" w="1003573">
                    <a:moveTo>
                      <a:pt x="800373" y="0"/>
                    </a:moveTo>
                    <a:cubicBezTo>
                      <a:pt x="912597" y="0"/>
                      <a:pt x="1003573" y="90976"/>
                      <a:pt x="1003573" y="203200"/>
                    </a:cubicBezTo>
                    <a:cubicBezTo>
                      <a:pt x="1003573" y="315424"/>
                      <a:pt x="912597" y="406400"/>
                      <a:pt x="8003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800373" y="0"/>
                    </a:ln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25"/>
              <p:cNvSpPr txBox="1"/>
              <p:nvPr/>
            </p:nvSpPr>
            <p:spPr>
              <a:xfrm>
                <a:off x="0" y="-66675"/>
                <a:ext cx="812800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" name="Google Shape;140;p25"/>
            <p:cNvGrpSpPr/>
            <p:nvPr/>
          </p:nvGrpSpPr>
          <p:grpSpPr>
            <a:xfrm rot="-5400000">
              <a:off x="2249319" y="2863394"/>
              <a:ext cx="8466701" cy="2739912"/>
              <a:chOff x="0" y="-66675"/>
              <a:chExt cx="1461866" cy="473075"/>
            </a:xfrm>
          </p:grpSpPr>
          <p:sp>
            <p:nvSpPr>
              <p:cNvPr id="141" name="Google Shape;141;p25"/>
              <p:cNvSpPr/>
              <p:nvPr/>
            </p:nvSpPr>
            <p:spPr>
              <a:xfrm>
                <a:off x="0" y="0"/>
                <a:ext cx="1461866" cy="406400"/>
              </a:xfrm>
              <a:custGeom>
                <a:rect b="b" l="l" r="r" t="t"/>
                <a:pathLst>
                  <a:path extrusionOk="0" h="406400" w="1461866">
                    <a:moveTo>
                      <a:pt x="1258666" y="0"/>
                    </a:moveTo>
                    <a:cubicBezTo>
                      <a:pt x="1370890" y="0"/>
                      <a:pt x="1461866" y="90976"/>
                      <a:pt x="1461866" y="203200"/>
                    </a:cubicBezTo>
                    <a:cubicBezTo>
                      <a:pt x="1461866" y="315424"/>
                      <a:pt x="1370890" y="406400"/>
                      <a:pt x="125866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1258666" y="0"/>
                    </a:ln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25"/>
              <p:cNvSpPr txBox="1"/>
              <p:nvPr/>
            </p:nvSpPr>
            <p:spPr>
              <a:xfrm>
                <a:off x="0" y="-66675"/>
                <a:ext cx="812800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3" name="Google Shape;143;p25"/>
          <p:cNvSpPr txBox="1"/>
          <p:nvPr/>
        </p:nvSpPr>
        <p:spPr>
          <a:xfrm>
            <a:off x="361950" y="495300"/>
            <a:ext cx="4010025" cy="2933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Yard Management Optimization using AI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/>
        </p:nvSpPr>
        <p:spPr>
          <a:xfrm>
            <a:off x="514350" y="495300"/>
            <a:ext cx="487203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3B2899"/>
                </a:solidFill>
                <a:latin typeface="Ubuntu"/>
                <a:ea typeface="Ubuntu"/>
                <a:cs typeface="Ubuntu"/>
                <a:sym typeface="Ubuntu"/>
              </a:rPr>
              <a:t>Problem Statement</a:t>
            </a:r>
            <a:endParaRPr sz="700"/>
          </a:p>
        </p:txBody>
      </p:sp>
      <p:grpSp>
        <p:nvGrpSpPr>
          <p:cNvPr id="149" name="Google Shape;149;p26"/>
          <p:cNvGrpSpPr/>
          <p:nvPr/>
        </p:nvGrpSpPr>
        <p:grpSpPr>
          <a:xfrm>
            <a:off x="4980590" y="-708169"/>
            <a:ext cx="7575988" cy="6559837"/>
            <a:chOff x="0" y="0"/>
            <a:chExt cx="5861050" cy="5074920"/>
          </a:xfrm>
        </p:grpSpPr>
        <p:sp>
          <p:nvSpPr>
            <p:cNvPr id="150" name="Google Shape;150;p26"/>
            <p:cNvSpPr/>
            <p:nvPr/>
          </p:nvSpPr>
          <p:spPr>
            <a:xfrm>
              <a:off x="36830" y="31750"/>
              <a:ext cx="5786120" cy="5011420"/>
            </a:xfrm>
            <a:custGeom>
              <a:rect b="b" l="l" r="r" t="t"/>
              <a:pathLst>
                <a:path extrusionOk="0" h="5011420" w="5786120">
                  <a:moveTo>
                    <a:pt x="4339590" y="0"/>
                  </a:moveTo>
                  <a:lnTo>
                    <a:pt x="1446530" y="0"/>
                  </a:lnTo>
                  <a:lnTo>
                    <a:pt x="0" y="2505710"/>
                  </a:lnTo>
                  <a:lnTo>
                    <a:pt x="1446530" y="5011420"/>
                  </a:lnTo>
                  <a:lnTo>
                    <a:pt x="4339590" y="5011420"/>
                  </a:lnTo>
                  <a:lnTo>
                    <a:pt x="5786120" y="2505710"/>
                  </a:lnTo>
                  <a:lnTo>
                    <a:pt x="433959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11390" r="-18523" t="0"/>
              </a:stretch>
            </a:blipFill>
            <a:ln>
              <a:noFill/>
            </a:ln>
          </p:spPr>
        </p:sp>
        <p:sp>
          <p:nvSpPr>
            <p:cNvPr id="151" name="Google Shape;151;p26"/>
            <p:cNvSpPr/>
            <p:nvPr/>
          </p:nvSpPr>
          <p:spPr>
            <a:xfrm>
              <a:off x="0" y="0"/>
              <a:ext cx="5861050" cy="5074920"/>
            </a:xfrm>
            <a:custGeom>
              <a:rect b="b" l="l" r="r" t="t"/>
              <a:pathLst>
                <a:path extrusionOk="0" h="5074920" w="5861050">
                  <a:moveTo>
                    <a:pt x="4395470" y="5074920"/>
                  </a:moveTo>
                  <a:lnTo>
                    <a:pt x="1465580" y="5074920"/>
                  </a:lnTo>
                  <a:lnTo>
                    <a:pt x="0" y="2537460"/>
                  </a:lnTo>
                  <a:lnTo>
                    <a:pt x="1465580" y="0"/>
                  </a:lnTo>
                  <a:lnTo>
                    <a:pt x="4395470" y="0"/>
                  </a:lnTo>
                  <a:lnTo>
                    <a:pt x="5861050" y="2537460"/>
                  </a:lnTo>
                  <a:lnTo>
                    <a:pt x="4395470" y="5074920"/>
                  </a:lnTo>
                  <a:close/>
                  <a:moveTo>
                    <a:pt x="1501140" y="5011420"/>
                  </a:moveTo>
                  <a:lnTo>
                    <a:pt x="4357370" y="5011420"/>
                  </a:lnTo>
                  <a:lnTo>
                    <a:pt x="5786120" y="2537460"/>
                  </a:lnTo>
                  <a:lnTo>
                    <a:pt x="4358640" y="63500"/>
                  </a:lnTo>
                  <a:lnTo>
                    <a:pt x="1501140" y="63500"/>
                  </a:lnTo>
                  <a:lnTo>
                    <a:pt x="73660" y="2537460"/>
                  </a:lnTo>
                  <a:lnTo>
                    <a:pt x="1501140" y="5011420"/>
                  </a:lnTo>
                  <a:close/>
                </a:path>
              </a:pathLst>
            </a:custGeom>
            <a:solidFill>
              <a:srgbClr val="FF4F63"/>
            </a:solidFill>
            <a:ln>
              <a:noFill/>
            </a:ln>
          </p:spPr>
        </p:sp>
      </p:grpSp>
      <p:grpSp>
        <p:nvGrpSpPr>
          <p:cNvPr id="152" name="Google Shape;152;p26"/>
          <p:cNvGrpSpPr/>
          <p:nvPr/>
        </p:nvGrpSpPr>
        <p:grpSpPr>
          <a:xfrm>
            <a:off x="4760564" y="2850585"/>
            <a:ext cx="3089545" cy="3175013"/>
            <a:chOff x="-386162" y="0"/>
            <a:chExt cx="8238787" cy="8466701"/>
          </a:xfrm>
        </p:grpSpPr>
        <p:grpSp>
          <p:nvGrpSpPr>
            <p:cNvPr id="153" name="Google Shape;153;p26"/>
            <p:cNvGrpSpPr/>
            <p:nvPr/>
          </p:nvGrpSpPr>
          <p:grpSpPr>
            <a:xfrm rot="-5400000">
              <a:off x="-1369956" y="4414283"/>
              <a:ext cx="4707501" cy="2739912"/>
              <a:chOff x="0" y="-66675"/>
              <a:chExt cx="812800" cy="473075"/>
            </a:xfrm>
          </p:grpSpPr>
          <p:sp>
            <p:nvSpPr>
              <p:cNvPr id="154" name="Google Shape;154;p26"/>
              <p:cNvSpPr/>
              <p:nvPr/>
            </p:nvSpPr>
            <p:spPr>
              <a:xfrm>
                <a:off x="0" y="0"/>
                <a:ext cx="760173" cy="406400"/>
              </a:xfrm>
              <a:custGeom>
                <a:rect b="b" l="l" r="r" t="t"/>
                <a:pathLst>
                  <a:path extrusionOk="0" h="406400" w="760173">
                    <a:moveTo>
                      <a:pt x="556973" y="0"/>
                    </a:moveTo>
                    <a:cubicBezTo>
                      <a:pt x="669197" y="0"/>
                      <a:pt x="760173" y="90976"/>
                      <a:pt x="760173" y="203200"/>
                    </a:cubicBezTo>
                    <a:cubicBezTo>
                      <a:pt x="760173" y="315424"/>
                      <a:pt x="669197" y="406400"/>
                      <a:pt x="5569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556973" y="0"/>
                    </a:lnTo>
                  </a:path>
                </a:pathLst>
              </a:custGeom>
              <a:solidFill>
                <a:srgbClr val="3B289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26"/>
              <p:cNvSpPr txBox="1"/>
              <p:nvPr/>
            </p:nvSpPr>
            <p:spPr>
              <a:xfrm>
                <a:off x="0" y="-66675"/>
                <a:ext cx="812800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26"/>
            <p:cNvGrpSpPr/>
            <p:nvPr/>
          </p:nvGrpSpPr>
          <p:grpSpPr>
            <a:xfrm rot="-5400000">
              <a:off x="827031" y="3861833"/>
              <a:ext cx="5812401" cy="2739912"/>
              <a:chOff x="0" y="-66675"/>
              <a:chExt cx="1003573" cy="473075"/>
            </a:xfrm>
          </p:grpSpPr>
          <p:sp>
            <p:nvSpPr>
              <p:cNvPr id="157" name="Google Shape;157;p26"/>
              <p:cNvSpPr/>
              <p:nvPr/>
            </p:nvSpPr>
            <p:spPr>
              <a:xfrm>
                <a:off x="0" y="0"/>
                <a:ext cx="1003573" cy="406400"/>
              </a:xfrm>
              <a:custGeom>
                <a:rect b="b" l="l" r="r" t="t"/>
                <a:pathLst>
                  <a:path extrusionOk="0" h="406400" w="1003573">
                    <a:moveTo>
                      <a:pt x="800373" y="0"/>
                    </a:moveTo>
                    <a:cubicBezTo>
                      <a:pt x="912597" y="0"/>
                      <a:pt x="1003573" y="90976"/>
                      <a:pt x="1003573" y="203200"/>
                    </a:cubicBezTo>
                    <a:cubicBezTo>
                      <a:pt x="1003573" y="315424"/>
                      <a:pt x="912597" y="406400"/>
                      <a:pt x="8003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800373" y="0"/>
                    </a:lnTo>
                  </a:path>
                </a:pathLst>
              </a:custGeom>
              <a:solidFill>
                <a:srgbClr val="3B289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26"/>
              <p:cNvSpPr txBox="1"/>
              <p:nvPr/>
            </p:nvSpPr>
            <p:spPr>
              <a:xfrm>
                <a:off x="0" y="-66675"/>
                <a:ext cx="812800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26"/>
            <p:cNvGrpSpPr/>
            <p:nvPr/>
          </p:nvGrpSpPr>
          <p:grpSpPr>
            <a:xfrm rot="-5400000">
              <a:off x="2249319" y="2863394"/>
              <a:ext cx="8466701" cy="2739912"/>
              <a:chOff x="0" y="-66675"/>
              <a:chExt cx="1461866" cy="473075"/>
            </a:xfrm>
          </p:grpSpPr>
          <p:sp>
            <p:nvSpPr>
              <p:cNvPr id="160" name="Google Shape;160;p26"/>
              <p:cNvSpPr/>
              <p:nvPr/>
            </p:nvSpPr>
            <p:spPr>
              <a:xfrm>
                <a:off x="0" y="0"/>
                <a:ext cx="1461866" cy="406400"/>
              </a:xfrm>
              <a:custGeom>
                <a:rect b="b" l="l" r="r" t="t"/>
                <a:pathLst>
                  <a:path extrusionOk="0" h="406400" w="1461866">
                    <a:moveTo>
                      <a:pt x="1258666" y="0"/>
                    </a:moveTo>
                    <a:cubicBezTo>
                      <a:pt x="1370890" y="0"/>
                      <a:pt x="1461866" y="90976"/>
                      <a:pt x="1461866" y="203200"/>
                    </a:cubicBezTo>
                    <a:cubicBezTo>
                      <a:pt x="1461866" y="315424"/>
                      <a:pt x="1370890" y="406400"/>
                      <a:pt x="125866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1258666" y="0"/>
                    </a:ln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26"/>
              <p:cNvSpPr txBox="1"/>
              <p:nvPr/>
            </p:nvSpPr>
            <p:spPr>
              <a:xfrm>
                <a:off x="0" y="-66675"/>
                <a:ext cx="812800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2" name="Google Shape;162;p26"/>
          <p:cNvGrpSpPr/>
          <p:nvPr/>
        </p:nvGrpSpPr>
        <p:grpSpPr>
          <a:xfrm>
            <a:off x="-487360" y="281628"/>
            <a:ext cx="1765313" cy="1027467"/>
            <a:chOff x="0" y="-66675"/>
            <a:chExt cx="812800" cy="473075"/>
          </a:xfrm>
        </p:grpSpPr>
        <p:sp>
          <p:nvSpPr>
            <p:cNvPr id="163" name="Google Shape;163;p26"/>
            <p:cNvSpPr/>
            <p:nvPr/>
          </p:nvSpPr>
          <p:spPr>
            <a:xfrm>
              <a:off x="0" y="0"/>
              <a:ext cx="406400" cy="406400"/>
            </a:xfrm>
            <a:custGeom>
              <a:rect b="b" l="l" r="r" t="t"/>
              <a:pathLst>
                <a:path extrusionOk="0"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lnTo>
                    <a:pt x="203200" y="0"/>
                  </a:lnTo>
                </a:path>
              </a:pathLst>
            </a:custGeom>
            <a:solidFill>
              <a:srgbClr val="3B28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6"/>
            <p:cNvSpPr txBox="1"/>
            <p:nvPr/>
          </p:nvSpPr>
          <p:spPr>
            <a:xfrm>
              <a:off x="0" y="-66675"/>
              <a:ext cx="8128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26"/>
          <p:cNvGrpSpPr/>
          <p:nvPr/>
        </p:nvGrpSpPr>
        <p:grpSpPr>
          <a:xfrm>
            <a:off x="1074377" y="1944574"/>
            <a:ext cx="2735210" cy="799951"/>
            <a:chOff x="0" y="0"/>
            <a:chExt cx="7293893" cy="2133203"/>
          </a:xfrm>
        </p:grpSpPr>
        <p:grpSp>
          <p:nvGrpSpPr>
            <p:cNvPr id="166" name="Google Shape;166;p26"/>
            <p:cNvGrpSpPr/>
            <p:nvPr/>
          </p:nvGrpSpPr>
          <p:grpSpPr>
            <a:xfrm>
              <a:off x="0" y="0"/>
              <a:ext cx="711200" cy="711200"/>
              <a:chOff x="0" y="0"/>
              <a:chExt cx="812800" cy="812800"/>
            </a:xfrm>
          </p:grpSpPr>
          <p:sp>
            <p:nvSpPr>
              <p:cNvPr id="167" name="Google Shape;167;p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26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9" name="Google Shape;169;p26"/>
            <p:cNvSpPr txBox="1"/>
            <p:nvPr/>
          </p:nvSpPr>
          <p:spPr>
            <a:xfrm>
              <a:off x="863600" y="0"/>
              <a:ext cx="6430293" cy="2133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Efficient Container Placement System (ECPS)</a:t>
              </a:r>
              <a:endParaRPr sz="700"/>
            </a:p>
          </p:txBody>
        </p:sp>
      </p:grpSp>
      <p:grpSp>
        <p:nvGrpSpPr>
          <p:cNvPr id="170" name="Google Shape;170;p26"/>
          <p:cNvGrpSpPr/>
          <p:nvPr/>
        </p:nvGrpSpPr>
        <p:grpSpPr>
          <a:xfrm>
            <a:off x="1074377" y="2932227"/>
            <a:ext cx="2735210" cy="266700"/>
            <a:chOff x="0" y="0"/>
            <a:chExt cx="7293893" cy="711200"/>
          </a:xfrm>
        </p:grpSpPr>
        <p:grpSp>
          <p:nvGrpSpPr>
            <p:cNvPr id="171" name="Google Shape;171;p26"/>
            <p:cNvGrpSpPr/>
            <p:nvPr/>
          </p:nvGrpSpPr>
          <p:grpSpPr>
            <a:xfrm>
              <a:off x="0" y="0"/>
              <a:ext cx="711200" cy="711200"/>
              <a:chOff x="0" y="0"/>
              <a:chExt cx="812800" cy="812800"/>
            </a:xfrm>
          </p:grpSpPr>
          <p:sp>
            <p:nvSpPr>
              <p:cNvPr id="172" name="Google Shape;172;p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26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4" name="Google Shape;174;p26"/>
            <p:cNvSpPr txBox="1"/>
            <p:nvPr/>
          </p:nvSpPr>
          <p:spPr>
            <a:xfrm>
              <a:off x="863600" y="0"/>
              <a:ext cx="6430293" cy="711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Theme: Logistic Tech</a:t>
              </a:r>
              <a:endParaRPr sz="700"/>
            </a:p>
          </p:txBody>
        </p:sp>
      </p:grpSp>
      <p:pic>
        <p:nvPicPr>
          <p:cNvPr id="175" name="Google Shape;17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3707" y="141458"/>
            <a:ext cx="3682746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514350" y="495300"/>
            <a:ext cx="4872038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3B2899"/>
                </a:solidFill>
                <a:latin typeface="Ubuntu"/>
                <a:ea typeface="Ubuntu"/>
                <a:cs typeface="Ubuntu"/>
                <a:sym typeface="Ubuntu"/>
              </a:rPr>
              <a:t>Target Audience</a:t>
            </a:r>
            <a:endParaRPr sz="700"/>
          </a:p>
        </p:txBody>
      </p:sp>
      <p:grpSp>
        <p:nvGrpSpPr>
          <p:cNvPr id="181" name="Google Shape;181;p27"/>
          <p:cNvGrpSpPr/>
          <p:nvPr/>
        </p:nvGrpSpPr>
        <p:grpSpPr>
          <a:xfrm>
            <a:off x="4980590" y="-708169"/>
            <a:ext cx="7575988" cy="6559837"/>
            <a:chOff x="0" y="0"/>
            <a:chExt cx="5861050" cy="5074920"/>
          </a:xfrm>
        </p:grpSpPr>
        <p:sp>
          <p:nvSpPr>
            <p:cNvPr id="182" name="Google Shape;182;p27"/>
            <p:cNvSpPr/>
            <p:nvPr/>
          </p:nvSpPr>
          <p:spPr>
            <a:xfrm>
              <a:off x="36830" y="31750"/>
              <a:ext cx="5786120" cy="5011420"/>
            </a:xfrm>
            <a:custGeom>
              <a:rect b="b" l="l" r="r" t="t"/>
              <a:pathLst>
                <a:path extrusionOk="0" h="5011420" w="5786120">
                  <a:moveTo>
                    <a:pt x="4339590" y="0"/>
                  </a:moveTo>
                  <a:lnTo>
                    <a:pt x="1446530" y="0"/>
                  </a:lnTo>
                  <a:lnTo>
                    <a:pt x="0" y="2505710"/>
                  </a:lnTo>
                  <a:lnTo>
                    <a:pt x="1446530" y="5011420"/>
                  </a:lnTo>
                  <a:lnTo>
                    <a:pt x="4339590" y="5011420"/>
                  </a:lnTo>
                  <a:lnTo>
                    <a:pt x="5786120" y="2505710"/>
                  </a:lnTo>
                  <a:lnTo>
                    <a:pt x="433959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14997" r="-14996" t="0"/>
              </a:stretch>
            </a:blipFill>
            <a:ln>
              <a:noFill/>
            </a:ln>
          </p:spPr>
        </p:sp>
        <p:sp>
          <p:nvSpPr>
            <p:cNvPr id="183" name="Google Shape;183;p27"/>
            <p:cNvSpPr/>
            <p:nvPr/>
          </p:nvSpPr>
          <p:spPr>
            <a:xfrm>
              <a:off x="0" y="0"/>
              <a:ext cx="5861050" cy="5074920"/>
            </a:xfrm>
            <a:custGeom>
              <a:rect b="b" l="l" r="r" t="t"/>
              <a:pathLst>
                <a:path extrusionOk="0" h="5074920" w="5861050">
                  <a:moveTo>
                    <a:pt x="4395470" y="5074920"/>
                  </a:moveTo>
                  <a:lnTo>
                    <a:pt x="1465580" y="5074920"/>
                  </a:lnTo>
                  <a:lnTo>
                    <a:pt x="0" y="2537460"/>
                  </a:lnTo>
                  <a:lnTo>
                    <a:pt x="1465580" y="0"/>
                  </a:lnTo>
                  <a:lnTo>
                    <a:pt x="4395470" y="0"/>
                  </a:lnTo>
                  <a:lnTo>
                    <a:pt x="5861050" y="2537460"/>
                  </a:lnTo>
                  <a:lnTo>
                    <a:pt x="4395470" y="5074920"/>
                  </a:lnTo>
                  <a:close/>
                  <a:moveTo>
                    <a:pt x="1501140" y="5011420"/>
                  </a:moveTo>
                  <a:lnTo>
                    <a:pt x="4357370" y="5011420"/>
                  </a:lnTo>
                  <a:lnTo>
                    <a:pt x="5786120" y="2537460"/>
                  </a:lnTo>
                  <a:lnTo>
                    <a:pt x="4358640" y="63500"/>
                  </a:lnTo>
                  <a:lnTo>
                    <a:pt x="1501140" y="63500"/>
                  </a:lnTo>
                  <a:lnTo>
                    <a:pt x="73660" y="2537460"/>
                  </a:lnTo>
                  <a:lnTo>
                    <a:pt x="1501140" y="5011420"/>
                  </a:lnTo>
                  <a:close/>
                </a:path>
              </a:pathLst>
            </a:custGeom>
            <a:solidFill>
              <a:srgbClr val="FF4F63"/>
            </a:solidFill>
            <a:ln>
              <a:noFill/>
            </a:ln>
          </p:spPr>
        </p:sp>
      </p:grpSp>
      <p:grpSp>
        <p:nvGrpSpPr>
          <p:cNvPr id="184" name="Google Shape;184;p27"/>
          <p:cNvGrpSpPr/>
          <p:nvPr/>
        </p:nvGrpSpPr>
        <p:grpSpPr>
          <a:xfrm>
            <a:off x="-487360" y="281628"/>
            <a:ext cx="1765313" cy="1027467"/>
            <a:chOff x="0" y="-66675"/>
            <a:chExt cx="812800" cy="473075"/>
          </a:xfrm>
        </p:grpSpPr>
        <p:sp>
          <p:nvSpPr>
            <p:cNvPr id="185" name="Google Shape;185;p27"/>
            <p:cNvSpPr/>
            <p:nvPr/>
          </p:nvSpPr>
          <p:spPr>
            <a:xfrm>
              <a:off x="0" y="0"/>
              <a:ext cx="406400" cy="406400"/>
            </a:xfrm>
            <a:custGeom>
              <a:rect b="b" l="l" r="r" t="t"/>
              <a:pathLst>
                <a:path extrusionOk="0"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lnTo>
                    <a:pt x="203200" y="0"/>
                  </a:lnTo>
                </a:path>
              </a:pathLst>
            </a:custGeom>
            <a:solidFill>
              <a:srgbClr val="3B28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7"/>
            <p:cNvSpPr txBox="1"/>
            <p:nvPr/>
          </p:nvSpPr>
          <p:spPr>
            <a:xfrm>
              <a:off x="0" y="-66675"/>
              <a:ext cx="8128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27"/>
          <p:cNvGrpSpPr/>
          <p:nvPr/>
        </p:nvGrpSpPr>
        <p:grpSpPr>
          <a:xfrm>
            <a:off x="1074377" y="1944574"/>
            <a:ext cx="2735210" cy="266700"/>
            <a:chOff x="0" y="0"/>
            <a:chExt cx="7293893" cy="711200"/>
          </a:xfrm>
        </p:grpSpPr>
        <p:grpSp>
          <p:nvGrpSpPr>
            <p:cNvPr id="188" name="Google Shape;188;p27"/>
            <p:cNvGrpSpPr/>
            <p:nvPr/>
          </p:nvGrpSpPr>
          <p:grpSpPr>
            <a:xfrm>
              <a:off x="0" y="0"/>
              <a:ext cx="711200" cy="711200"/>
              <a:chOff x="0" y="0"/>
              <a:chExt cx="812800" cy="812800"/>
            </a:xfrm>
          </p:grpSpPr>
          <p:sp>
            <p:nvSpPr>
              <p:cNvPr id="189" name="Google Shape;189;p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27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1" name="Google Shape;191;p27"/>
            <p:cNvSpPr txBox="1"/>
            <p:nvPr/>
          </p:nvSpPr>
          <p:spPr>
            <a:xfrm>
              <a:off x="863600" y="0"/>
              <a:ext cx="6430293" cy="711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Logistics companies</a:t>
              </a:r>
              <a:endParaRPr sz="700"/>
            </a:p>
          </p:txBody>
        </p:sp>
      </p:grpSp>
      <p:grpSp>
        <p:nvGrpSpPr>
          <p:cNvPr id="192" name="Google Shape;192;p27"/>
          <p:cNvGrpSpPr/>
          <p:nvPr/>
        </p:nvGrpSpPr>
        <p:grpSpPr>
          <a:xfrm>
            <a:off x="1074377" y="2404354"/>
            <a:ext cx="2735210" cy="266700"/>
            <a:chOff x="0" y="0"/>
            <a:chExt cx="7293893" cy="711200"/>
          </a:xfrm>
        </p:grpSpPr>
        <p:grpSp>
          <p:nvGrpSpPr>
            <p:cNvPr id="193" name="Google Shape;193;p27"/>
            <p:cNvGrpSpPr/>
            <p:nvPr/>
          </p:nvGrpSpPr>
          <p:grpSpPr>
            <a:xfrm>
              <a:off x="0" y="0"/>
              <a:ext cx="711200" cy="711200"/>
              <a:chOff x="0" y="0"/>
              <a:chExt cx="812800" cy="812800"/>
            </a:xfrm>
          </p:grpSpPr>
          <p:sp>
            <p:nvSpPr>
              <p:cNvPr id="194" name="Google Shape;194;p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27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6" name="Google Shape;196;p27"/>
            <p:cNvSpPr txBox="1"/>
            <p:nvPr/>
          </p:nvSpPr>
          <p:spPr>
            <a:xfrm>
              <a:off x="863600" y="0"/>
              <a:ext cx="6430293" cy="711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Distribution centers</a:t>
              </a:r>
              <a:endParaRPr sz="700"/>
            </a:p>
          </p:txBody>
        </p:sp>
      </p:grpSp>
      <p:grpSp>
        <p:nvGrpSpPr>
          <p:cNvPr id="197" name="Google Shape;197;p27"/>
          <p:cNvGrpSpPr/>
          <p:nvPr/>
        </p:nvGrpSpPr>
        <p:grpSpPr>
          <a:xfrm>
            <a:off x="1074377" y="3328279"/>
            <a:ext cx="2735210" cy="266700"/>
            <a:chOff x="0" y="0"/>
            <a:chExt cx="7293893" cy="711200"/>
          </a:xfrm>
        </p:grpSpPr>
        <p:grpSp>
          <p:nvGrpSpPr>
            <p:cNvPr id="198" name="Google Shape;198;p27"/>
            <p:cNvGrpSpPr/>
            <p:nvPr/>
          </p:nvGrpSpPr>
          <p:grpSpPr>
            <a:xfrm>
              <a:off x="0" y="0"/>
              <a:ext cx="711200" cy="711200"/>
              <a:chOff x="0" y="0"/>
              <a:chExt cx="812800" cy="812800"/>
            </a:xfrm>
          </p:grpSpPr>
          <p:sp>
            <p:nvSpPr>
              <p:cNvPr id="199" name="Google Shape;199;p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27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1" name="Google Shape;201;p27"/>
            <p:cNvSpPr txBox="1"/>
            <p:nvPr/>
          </p:nvSpPr>
          <p:spPr>
            <a:xfrm>
              <a:off x="863600" y="0"/>
              <a:ext cx="6430293" cy="711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Yard managers</a:t>
              </a:r>
              <a:endParaRPr sz="700"/>
            </a:p>
          </p:txBody>
        </p:sp>
      </p:grpSp>
      <p:grpSp>
        <p:nvGrpSpPr>
          <p:cNvPr id="202" name="Google Shape;202;p27"/>
          <p:cNvGrpSpPr/>
          <p:nvPr/>
        </p:nvGrpSpPr>
        <p:grpSpPr>
          <a:xfrm>
            <a:off x="1074377" y="2866317"/>
            <a:ext cx="2735210" cy="266700"/>
            <a:chOff x="0" y="0"/>
            <a:chExt cx="7293893" cy="711200"/>
          </a:xfrm>
        </p:grpSpPr>
        <p:grpSp>
          <p:nvGrpSpPr>
            <p:cNvPr id="203" name="Google Shape;203;p27"/>
            <p:cNvGrpSpPr/>
            <p:nvPr/>
          </p:nvGrpSpPr>
          <p:grpSpPr>
            <a:xfrm>
              <a:off x="0" y="0"/>
              <a:ext cx="711200" cy="711200"/>
              <a:chOff x="0" y="0"/>
              <a:chExt cx="812800" cy="812800"/>
            </a:xfrm>
          </p:grpSpPr>
          <p:sp>
            <p:nvSpPr>
              <p:cNvPr id="204" name="Google Shape;204;p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7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6" name="Google Shape;206;p27"/>
            <p:cNvSpPr txBox="1"/>
            <p:nvPr/>
          </p:nvSpPr>
          <p:spPr>
            <a:xfrm>
              <a:off x="863600" y="0"/>
              <a:ext cx="6430293" cy="711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Transportation hubs</a:t>
              </a:r>
              <a:endParaRPr sz="7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4F63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28"/>
          <p:cNvGrpSpPr/>
          <p:nvPr/>
        </p:nvGrpSpPr>
        <p:grpSpPr>
          <a:xfrm>
            <a:off x="-3196623" y="-708169"/>
            <a:ext cx="7575988" cy="6559837"/>
            <a:chOff x="0" y="0"/>
            <a:chExt cx="5861050" cy="5074920"/>
          </a:xfrm>
        </p:grpSpPr>
        <p:sp>
          <p:nvSpPr>
            <p:cNvPr id="212" name="Google Shape;212;p28"/>
            <p:cNvSpPr/>
            <p:nvPr/>
          </p:nvSpPr>
          <p:spPr>
            <a:xfrm>
              <a:off x="36830" y="31750"/>
              <a:ext cx="5786120" cy="5011420"/>
            </a:xfrm>
            <a:custGeom>
              <a:rect b="b" l="l" r="r" t="t"/>
              <a:pathLst>
                <a:path extrusionOk="0" h="5011420" w="5786120">
                  <a:moveTo>
                    <a:pt x="4339590" y="0"/>
                  </a:moveTo>
                  <a:lnTo>
                    <a:pt x="1446530" y="0"/>
                  </a:lnTo>
                  <a:lnTo>
                    <a:pt x="0" y="2505710"/>
                  </a:lnTo>
                  <a:lnTo>
                    <a:pt x="1446530" y="5011420"/>
                  </a:lnTo>
                  <a:lnTo>
                    <a:pt x="4339590" y="5011420"/>
                  </a:lnTo>
                  <a:lnTo>
                    <a:pt x="5786120" y="2505710"/>
                  </a:lnTo>
                  <a:lnTo>
                    <a:pt x="433959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19286" r="-10625" t="0"/>
              </a:stretch>
            </a:blipFill>
            <a:ln>
              <a:noFill/>
            </a:ln>
          </p:spPr>
        </p:sp>
        <p:sp>
          <p:nvSpPr>
            <p:cNvPr id="213" name="Google Shape;213;p28"/>
            <p:cNvSpPr/>
            <p:nvPr/>
          </p:nvSpPr>
          <p:spPr>
            <a:xfrm>
              <a:off x="0" y="0"/>
              <a:ext cx="5861050" cy="5074920"/>
            </a:xfrm>
            <a:custGeom>
              <a:rect b="b" l="l" r="r" t="t"/>
              <a:pathLst>
                <a:path extrusionOk="0" h="5074920" w="5861050">
                  <a:moveTo>
                    <a:pt x="4395470" y="5074920"/>
                  </a:moveTo>
                  <a:lnTo>
                    <a:pt x="1465580" y="5074920"/>
                  </a:lnTo>
                  <a:lnTo>
                    <a:pt x="0" y="2537460"/>
                  </a:lnTo>
                  <a:lnTo>
                    <a:pt x="1465580" y="0"/>
                  </a:lnTo>
                  <a:lnTo>
                    <a:pt x="4395470" y="0"/>
                  </a:lnTo>
                  <a:lnTo>
                    <a:pt x="5861050" y="2537460"/>
                  </a:lnTo>
                  <a:lnTo>
                    <a:pt x="4395470" y="5074920"/>
                  </a:lnTo>
                  <a:close/>
                  <a:moveTo>
                    <a:pt x="1501140" y="5011420"/>
                  </a:moveTo>
                  <a:lnTo>
                    <a:pt x="4357370" y="5011420"/>
                  </a:lnTo>
                  <a:lnTo>
                    <a:pt x="5786120" y="2537460"/>
                  </a:lnTo>
                  <a:lnTo>
                    <a:pt x="4358640" y="63500"/>
                  </a:lnTo>
                  <a:lnTo>
                    <a:pt x="1501140" y="63500"/>
                  </a:lnTo>
                  <a:lnTo>
                    <a:pt x="73660" y="2537460"/>
                  </a:lnTo>
                  <a:lnTo>
                    <a:pt x="1501140" y="50114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214" name="Google Shape;214;p28"/>
          <p:cNvGrpSpPr/>
          <p:nvPr/>
        </p:nvGrpSpPr>
        <p:grpSpPr>
          <a:xfrm>
            <a:off x="4884389" y="3914905"/>
            <a:ext cx="3038836" cy="1765313"/>
            <a:chOff x="-386162" y="-304801"/>
            <a:chExt cx="8103562" cy="4707501"/>
          </a:xfrm>
        </p:grpSpPr>
        <p:grpSp>
          <p:nvGrpSpPr>
            <p:cNvPr id="215" name="Google Shape;215;p28"/>
            <p:cNvGrpSpPr/>
            <p:nvPr/>
          </p:nvGrpSpPr>
          <p:grpSpPr>
            <a:xfrm rot="-5400000">
              <a:off x="-1369956" y="678994"/>
              <a:ext cx="4707501" cy="2739912"/>
              <a:chOff x="0" y="-66675"/>
              <a:chExt cx="812800" cy="473075"/>
            </a:xfrm>
          </p:grpSpPr>
          <p:sp>
            <p:nvSpPr>
              <p:cNvPr id="216" name="Google Shape;216;p28"/>
              <p:cNvSpPr/>
              <p:nvPr/>
            </p:nvSpPr>
            <p:spPr>
              <a:xfrm>
                <a:off x="0" y="0"/>
                <a:ext cx="760173" cy="406400"/>
              </a:xfrm>
              <a:custGeom>
                <a:rect b="b" l="l" r="r" t="t"/>
                <a:pathLst>
                  <a:path extrusionOk="0" h="406400" w="760173">
                    <a:moveTo>
                      <a:pt x="556973" y="0"/>
                    </a:moveTo>
                    <a:cubicBezTo>
                      <a:pt x="669197" y="0"/>
                      <a:pt x="760173" y="90976"/>
                      <a:pt x="760173" y="203200"/>
                    </a:cubicBezTo>
                    <a:cubicBezTo>
                      <a:pt x="760173" y="315424"/>
                      <a:pt x="669197" y="406400"/>
                      <a:pt x="5569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556973" y="0"/>
                    </a:lnTo>
                  </a:path>
                </a:pathLst>
              </a:custGeom>
              <a:solidFill>
                <a:srgbClr val="3B289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8"/>
              <p:cNvSpPr txBox="1"/>
              <p:nvPr/>
            </p:nvSpPr>
            <p:spPr>
              <a:xfrm>
                <a:off x="0" y="-66675"/>
                <a:ext cx="812800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28"/>
            <p:cNvGrpSpPr/>
            <p:nvPr/>
          </p:nvGrpSpPr>
          <p:grpSpPr>
            <a:xfrm rot="-5400000">
              <a:off x="1311869" y="678994"/>
              <a:ext cx="4707501" cy="2739912"/>
              <a:chOff x="0" y="-66675"/>
              <a:chExt cx="812800" cy="473075"/>
            </a:xfrm>
          </p:grpSpPr>
          <p:sp>
            <p:nvSpPr>
              <p:cNvPr id="219" name="Google Shape;219;p28"/>
              <p:cNvSpPr/>
              <p:nvPr/>
            </p:nvSpPr>
            <p:spPr>
              <a:xfrm>
                <a:off x="0" y="0"/>
                <a:ext cx="760173" cy="406400"/>
              </a:xfrm>
              <a:custGeom>
                <a:rect b="b" l="l" r="r" t="t"/>
                <a:pathLst>
                  <a:path extrusionOk="0" h="406400" w="760173">
                    <a:moveTo>
                      <a:pt x="556973" y="0"/>
                    </a:moveTo>
                    <a:cubicBezTo>
                      <a:pt x="669197" y="0"/>
                      <a:pt x="760173" y="90976"/>
                      <a:pt x="760173" y="203200"/>
                    </a:cubicBezTo>
                    <a:cubicBezTo>
                      <a:pt x="760173" y="315424"/>
                      <a:pt x="669197" y="406400"/>
                      <a:pt x="5569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556973" y="0"/>
                    </a:lnTo>
                  </a:path>
                </a:pathLst>
              </a:custGeom>
              <a:solidFill>
                <a:srgbClr val="3B289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28"/>
              <p:cNvSpPr txBox="1"/>
              <p:nvPr/>
            </p:nvSpPr>
            <p:spPr>
              <a:xfrm>
                <a:off x="0" y="-66675"/>
                <a:ext cx="812800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28"/>
            <p:cNvGrpSpPr/>
            <p:nvPr/>
          </p:nvGrpSpPr>
          <p:grpSpPr>
            <a:xfrm rot="-5400000">
              <a:off x="3993694" y="678994"/>
              <a:ext cx="4707501" cy="2739912"/>
              <a:chOff x="0" y="-66675"/>
              <a:chExt cx="812800" cy="473075"/>
            </a:xfrm>
          </p:grpSpPr>
          <p:sp>
            <p:nvSpPr>
              <p:cNvPr id="222" name="Google Shape;222;p28"/>
              <p:cNvSpPr/>
              <p:nvPr/>
            </p:nvSpPr>
            <p:spPr>
              <a:xfrm>
                <a:off x="0" y="0"/>
                <a:ext cx="760173" cy="406400"/>
              </a:xfrm>
              <a:custGeom>
                <a:rect b="b" l="l" r="r" t="t"/>
                <a:pathLst>
                  <a:path extrusionOk="0" h="406400" w="760173">
                    <a:moveTo>
                      <a:pt x="556973" y="0"/>
                    </a:moveTo>
                    <a:cubicBezTo>
                      <a:pt x="669197" y="0"/>
                      <a:pt x="760173" y="90976"/>
                      <a:pt x="760173" y="203200"/>
                    </a:cubicBezTo>
                    <a:cubicBezTo>
                      <a:pt x="760173" y="315424"/>
                      <a:pt x="669197" y="406400"/>
                      <a:pt x="5569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556973" y="0"/>
                    </a:lnTo>
                  </a:path>
                </a:pathLst>
              </a:custGeom>
              <a:solidFill>
                <a:srgbClr val="3B289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8"/>
              <p:cNvSpPr txBox="1"/>
              <p:nvPr/>
            </p:nvSpPr>
            <p:spPr>
              <a:xfrm>
                <a:off x="0" y="-66675"/>
                <a:ext cx="812800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4" name="Google Shape;224;p28"/>
          <p:cNvSpPr txBox="1"/>
          <p:nvPr/>
        </p:nvSpPr>
        <p:spPr>
          <a:xfrm>
            <a:off x="4697292" y="1683117"/>
            <a:ext cx="3537106" cy="2058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project tries to address the challenge of optimizing the container placement within yards to minimize the re-shuffling of containers and save cost and time using AI based algorithms.</a:t>
            </a:r>
            <a:endParaRPr sz="700"/>
          </a:p>
        </p:txBody>
      </p:sp>
      <p:sp>
        <p:nvSpPr>
          <p:cNvPr id="225" name="Google Shape;225;p28"/>
          <p:cNvSpPr txBox="1"/>
          <p:nvPr/>
        </p:nvSpPr>
        <p:spPr>
          <a:xfrm>
            <a:off x="4572000" y="285750"/>
            <a:ext cx="3787688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Purpose of Project</a:t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2899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1302" y="1930802"/>
            <a:ext cx="3212699" cy="32126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" name="Google Shape;231;p29"/>
          <p:cNvGraphicFramePr/>
          <p:nvPr/>
        </p:nvGraphicFramePr>
        <p:xfrm>
          <a:off x="491928" y="14564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{084A3950-2C18-431F-9617-0320F6A2CCBA}</a:tableStyleId>
              </a:tblPr>
              <a:tblGrid>
                <a:gridCol w="2712575"/>
                <a:gridCol w="2712575"/>
                <a:gridCol w="2712575"/>
              </a:tblGrid>
              <a:tr h="178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</a:rPr>
                        <a:t>Sort containers</a:t>
                      </a:r>
                      <a:r>
                        <a:rPr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by size and type so that same type and size containers are kept together in rows and bays.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Ensuring need of </a:t>
                      </a: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</a:rPr>
                        <a:t>shuffling </a:t>
                      </a:r>
                      <a:r>
                        <a:rPr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 be minimum based on the gate out time and predicted leave time.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</a:rPr>
                        <a:t>Predicting the leave time</a:t>
                      </a:r>
                      <a:r>
                        <a:rPr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i.e., time when each container will be ready to leave the yard based on past information using AI based algorithms.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Output a 3D matrix implementing </a:t>
                      </a: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</a:rPr>
                        <a:t>smart container placement</a:t>
                      </a:r>
                      <a:r>
                        <a:rPr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as per the previously discussed features.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</a:rPr>
                        <a:t>Keeping Data Safe</a:t>
                      </a:r>
                      <a:r>
                        <a:rPr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by collecting only the necessary data for prediction and use it responsibly.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 </a:t>
                      </a:r>
                      <a:r>
                        <a:rPr b="1" lang="en" sz="1400" u="none" cap="none" strike="noStrike">
                          <a:solidFill>
                            <a:srgbClr val="000000"/>
                          </a:solidFill>
                        </a:rPr>
                        <a:t>easy to use UI</a:t>
                      </a:r>
                      <a:r>
                        <a:rPr lang="en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for the ease of usage of this system.</a:t>
                      </a:r>
                      <a:endParaRPr sz="600" u="none" cap="none" strike="noStrike"/>
                    </a:p>
                  </a:txBody>
                  <a:tcPr marT="95250" marB="95250" marR="95250" marL="95250" anchor="ctr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32" name="Google Shape;232;p29"/>
          <p:cNvGrpSpPr/>
          <p:nvPr/>
        </p:nvGrpSpPr>
        <p:grpSpPr>
          <a:xfrm>
            <a:off x="-487360" y="281628"/>
            <a:ext cx="1765313" cy="1027467"/>
            <a:chOff x="0" y="-66675"/>
            <a:chExt cx="812800" cy="473075"/>
          </a:xfrm>
        </p:grpSpPr>
        <p:sp>
          <p:nvSpPr>
            <p:cNvPr id="233" name="Google Shape;233;p29"/>
            <p:cNvSpPr/>
            <p:nvPr/>
          </p:nvSpPr>
          <p:spPr>
            <a:xfrm>
              <a:off x="0" y="0"/>
              <a:ext cx="406400" cy="406400"/>
            </a:xfrm>
            <a:custGeom>
              <a:rect b="b" l="l" r="r" t="t"/>
              <a:pathLst>
                <a:path extrusionOk="0"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lnTo>
                    <a:pt x="203200" y="0"/>
                  </a:lnTo>
                </a:path>
              </a:pathLst>
            </a:custGeom>
            <a:solidFill>
              <a:srgbClr val="FF4F6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9"/>
            <p:cNvSpPr txBox="1"/>
            <p:nvPr/>
          </p:nvSpPr>
          <p:spPr>
            <a:xfrm>
              <a:off x="0" y="-66675"/>
              <a:ext cx="8128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5" name="Google Shape;23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7307" y="532083"/>
            <a:ext cx="2262343" cy="55376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9"/>
          <p:cNvSpPr txBox="1"/>
          <p:nvPr/>
        </p:nvSpPr>
        <p:spPr>
          <a:xfrm>
            <a:off x="514350" y="495300"/>
            <a:ext cx="5527759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Basic Features</a:t>
            </a:r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30"/>
          <p:cNvGrpSpPr/>
          <p:nvPr/>
        </p:nvGrpSpPr>
        <p:grpSpPr>
          <a:xfrm>
            <a:off x="4726590" y="-581169"/>
            <a:ext cx="7575988" cy="6559837"/>
            <a:chOff x="0" y="0"/>
            <a:chExt cx="5861050" cy="5074920"/>
          </a:xfrm>
        </p:grpSpPr>
        <p:sp>
          <p:nvSpPr>
            <p:cNvPr id="242" name="Google Shape;242;p30"/>
            <p:cNvSpPr/>
            <p:nvPr/>
          </p:nvSpPr>
          <p:spPr>
            <a:xfrm>
              <a:off x="36830" y="31750"/>
              <a:ext cx="5786120" cy="5011420"/>
            </a:xfrm>
            <a:custGeom>
              <a:rect b="b" l="l" r="r" t="t"/>
              <a:pathLst>
                <a:path extrusionOk="0" h="5011420" w="5786120">
                  <a:moveTo>
                    <a:pt x="4339590" y="0"/>
                  </a:moveTo>
                  <a:lnTo>
                    <a:pt x="1446530" y="0"/>
                  </a:lnTo>
                  <a:lnTo>
                    <a:pt x="0" y="2505710"/>
                  </a:lnTo>
                  <a:lnTo>
                    <a:pt x="1446530" y="5011420"/>
                  </a:lnTo>
                  <a:lnTo>
                    <a:pt x="4339590" y="5011420"/>
                  </a:lnTo>
                  <a:lnTo>
                    <a:pt x="5786120" y="2505710"/>
                  </a:lnTo>
                  <a:lnTo>
                    <a:pt x="433959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29753" r="0" t="0"/>
              </a:stretch>
            </a:blipFill>
            <a:ln>
              <a:noFill/>
            </a:ln>
          </p:spPr>
        </p:sp>
        <p:sp>
          <p:nvSpPr>
            <p:cNvPr id="243" name="Google Shape;243;p30"/>
            <p:cNvSpPr/>
            <p:nvPr/>
          </p:nvSpPr>
          <p:spPr>
            <a:xfrm>
              <a:off x="0" y="0"/>
              <a:ext cx="5861050" cy="5074920"/>
            </a:xfrm>
            <a:custGeom>
              <a:rect b="b" l="l" r="r" t="t"/>
              <a:pathLst>
                <a:path extrusionOk="0" h="5074920" w="5861050">
                  <a:moveTo>
                    <a:pt x="4395470" y="5074920"/>
                  </a:moveTo>
                  <a:lnTo>
                    <a:pt x="1465580" y="5074920"/>
                  </a:lnTo>
                  <a:lnTo>
                    <a:pt x="0" y="2537460"/>
                  </a:lnTo>
                  <a:lnTo>
                    <a:pt x="1465580" y="0"/>
                  </a:lnTo>
                  <a:lnTo>
                    <a:pt x="4395470" y="0"/>
                  </a:lnTo>
                  <a:lnTo>
                    <a:pt x="5861050" y="2537460"/>
                  </a:lnTo>
                  <a:lnTo>
                    <a:pt x="4395470" y="5074920"/>
                  </a:lnTo>
                  <a:close/>
                  <a:moveTo>
                    <a:pt x="1501140" y="5011420"/>
                  </a:moveTo>
                  <a:lnTo>
                    <a:pt x="4357370" y="5011420"/>
                  </a:lnTo>
                  <a:lnTo>
                    <a:pt x="5786120" y="2537460"/>
                  </a:lnTo>
                  <a:lnTo>
                    <a:pt x="4358640" y="63500"/>
                  </a:lnTo>
                  <a:lnTo>
                    <a:pt x="1501140" y="63500"/>
                  </a:lnTo>
                  <a:lnTo>
                    <a:pt x="73660" y="2537460"/>
                  </a:lnTo>
                  <a:lnTo>
                    <a:pt x="1501140" y="5011420"/>
                  </a:lnTo>
                  <a:close/>
                </a:path>
              </a:pathLst>
            </a:custGeom>
            <a:solidFill>
              <a:srgbClr val="FF4F63"/>
            </a:solidFill>
            <a:ln>
              <a:noFill/>
            </a:ln>
          </p:spPr>
        </p:sp>
      </p:grpSp>
      <p:grpSp>
        <p:nvGrpSpPr>
          <p:cNvPr id="244" name="Google Shape;244;p30"/>
          <p:cNvGrpSpPr/>
          <p:nvPr/>
        </p:nvGrpSpPr>
        <p:grpSpPr>
          <a:xfrm>
            <a:off x="-487360" y="281628"/>
            <a:ext cx="1765313" cy="1027467"/>
            <a:chOff x="0" y="-66675"/>
            <a:chExt cx="812800" cy="473075"/>
          </a:xfrm>
        </p:grpSpPr>
        <p:sp>
          <p:nvSpPr>
            <p:cNvPr id="245" name="Google Shape;245;p30"/>
            <p:cNvSpPr/>
            <p:nvPr/>
          </p:nvSpPr>
          <p:spPr>
            <a:xfrm>
              <a:off x="0" y="0"/>
              <a:ext cx="406400" cy="406400"/>
            </a:xfrm>
            <a:custGeom>
              <a:rect b="b" l="l" r="r" t="t"/>
              <a:pathLst>
                <a:path extrusionOk="0"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lnTo>
                    <a:pt x="203200" y="0"/>
                  </a:lnTo>
                </a:path>
              </a:pathLst>
            </a:custGeom>
            <a:solidFill>
              <a:srgbClr val="3B28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0"/>
            <p:cNvSpPr txBox="1"/>
            <p:nvPr/>
          </p:nvSpPr>
          <p:spPr>
            <a:xfrm>
              <a:off x="0" y="-66675"/>
              <a:ext cx="8128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30"/>
          <p:cNvGrpSpPr/>
          <p:nvPr/>
        </p:nvGrpSpPr>
        <p:grpSpPr>
          <a:xfrm>
            <a:off x="299689" y="4346705"/>
            <a:ext cx="3038836" cy="1765313"/>
            <a:chOff x="-386162" y="-304801"/>
            <a:chExt cx="8103562" cy="4707501"/>
          </a:xfrm>
        </p:grpSpPr>
        <p:grpSp>
          <p:nvGrpSpPr>
            <p:cNvPr id="248" name="Google Shape;248;p30"/>
            <p:cNvGrpSpPr/>
            <p:nvPr/>
          </p:nvGrpSpPr>
          <p:grpSpPr>
            <a:xfrm rot="-5400000">
              <a:off x="-1369956" y="678994"/>
              <a:ext cx="4707501" cy="2739912"/>
              <a:chOff x="0" y="-66675"/>
              <a:chExt cx="812800" cy="473075"/>
            </a:xfrm>
          </p:grpSpPr>
          <p:sp>
            <p:nvSpPr>
              <p:cNvPr id="249" name="Google Shape;249;p30"/>
              <p:cNvSpPr/>
              <p:nvPr/>
            </p:nvSpPr>
            <p:spPr>
              <a:xfrm>
                <a:off x="0" y="0"/>
                <a:ext cx="760173" cy="406400"/>
              </a:xfrm>
              <a:custGeom>
                <a:rect b="b" l="l" r="r" t="t"/>
                <a:pathLst>
                  <a:path extrusionOk="0" h="406400" w="760173">
                    <a:moveTo>
                      <a:pt x="556973" y="0"/>
                    </a:moveTo>
                    <a:cubicBezTo>
                      <a:pt x="669197" y="0"/>
                      <a:pt x="760173" y="90976"/>
                      <a:pt x="760173" y="203200"/>
                    </a:cubicBezTo>
                    <a:cubicBezTo>
                      <a:pt x="760173" y="315424"/>
                      <a:pt x="669197" y="406400"/>
                      <a:pt x="5569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556973" y="0"/>
                    </a:ln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30"/>
              <p:cNvSpPr txBox="1"/>
              <p:nvPr/>
            </p:nvSpPr>
            <p:spPr>
              <a:xfrm>
                <a:off x="0" y="-66675"/>
                <a:ext cx="812800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1" name="Google Shape;251;p30"/>
            <p:cNvGrpSpPr/>
            <p:nvPr/>
          </p:nvGrpSpPr>
          <p:grpSpPr>
            <a:xfrm rot="-5400000">
              <a:off x="1311869" y="678994"/>
              <a:ext cx="4707501" cy="2739912"/>
              <a:chOff x="0" y="-66675"/>
              <a:chExt cx="812800" cy="473075"/>
            </a:xfrm>
          </p:grpSpPr>
          <p:sp>
            <p:nvSpPr>
              <p:cNvPr id="252" name="Google Shape;252;p30"/>
              <p:cNvSpPr/>
              <p:nvPr/>
            </p:nvSpPr>
            <p:spPr>
              <a:xfrm>
                <a:off x="0" y="0"/>
                <a:ext cx="760173" cy="406400"/>
              </a:xfrm>
              <a:custGeom>
                <a:rect b="b" l="l" r="r" t="t"/>
                <a:pathLst>
                  <a:path extrusionOk="0" h="406400" w="760173">
                    <a:moveTo>
                      <a:pt x="556973" y="0"/>
                    </a:moveTo>
                    <a:cubicBezTo>
                      <a:pt x="669197" y="0"/>
                      <a:pt x="760173" y="90976"/>
                      <a:pt x="760173" y="203200"/>
                    </a:cubicBezTo>
                    <a:cubicBezTo>
                      <a:pt x="760173" y="315424"/>
                      <a:pt x="669197" y="406400"/>
                      <a:pt x="5569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556973" y="0"/>
                    </a:ln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30"/>
              <p:cNvSpPr txBox="1"/>
              <p:nvPr/>
            </p:nvSpPr>
            <p:spPr>
              <a:xfrm>
                <a:off x="0" y="-66675"/>
                <a:ext cx="812800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" name="Google Shape;254;p30"/>
            <p:cNvGrpSpPr/>
            <p:nvPr/>
          </p:nvGrpSpPr>
          <p:grpSpPr>
            <a:xfrm rot="-5400000">
              <a:off x="3993694" y="678994"/>
              <a:ext cx="4707501" cy="2739912"/>
              <a:chOff x="0" y="-66675"/>
              <a:chExt cx="812800" cy="473075"/>
            </a:xfrm>
          </p:grpSpPr>
          <p:sp>
            <p:nvSpPr>
              <p:cNvPr id="255" name="Google Shape;255;p30"/>
              <p:cNvSpPr/>
              <p:nvPr/>
            </p:nvSpPr>
            <p:spPr>
              <a:xfrm>
                <a:off x="0" y="0"/>
                <a:ext cx="760173" cy="406400"/>
              </a:xfrm>
              <a:custGeom>
                <a:rect b="b" l="l" r="r" t="t"/>
                <a:pathLst>
                  <a:path extrusionOk="0" h="406400" w="760173">
                    <a:moveTo>
                      <a:pt x="556973" y="0"/>
                    </a:moveTo>
                    <a:cubicBezTo>
                      <a:pt x="669197" y="0"/>
                      <a:pt x="760173" y="90976"/>
                      <a:pt x="760173" y="203200"/>
                    </a:cubicBezTo>
                    <a:cubicBezTo>
                      <a:pt x="760173" y="315424"/>
                      <a:pt x="669197" y="406400"/>
                      <a:pt x="55697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lnTo>
                      <a:pt x="556973" y="0"/>
                    </a:lnTo>
                  </a:path>
                </a:pathLst>
              </a:custGeom>
              <a:solidFill>
                <a:srgbClr val="FF4F6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30"/>
              <p:cNvSpPr txBox="1"/>
              <p:nvPr/>
            </p:nvSpPr>
            <p:spPr>
              <a:xfrm>
                <a:off x="0" y="-66675"/>
                <a:ext cx="812800" cy="473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00" lIns="25400" spcFirstLastPara="1" rIns="25400" wrap="square" tIns="25400">
                <a:noAutofit/>
              </a:bodyPr>
              <a:lstStyle/>
              <a:p>
                <a:pPr indent="0" lvl="0" marL="0" marR="0" rtl="0" algn="ctr">
                  <a:lnSpc>
                    <a:spcPct val="1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57" name="Google Shape;25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2614" y="3580718"/>
            <a:ext cx="598323" cy="1562782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0"/>
          <p:cNvSpPr txBox="1"/>
          <p:nvPr/>
        </p:nvSpPr>
        <p:spPr>
          <a:xfrm>
            <a:off x="514350" y="495300"/>
            <a:ext cx="3933136" cy="1390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500" u="none" cap="none" strike="noStrike">
                <a:solidFill>
                  <a:srgbClr val="3B2899"/>
                </a:solidFill>
                <a:latin typeface="Ubuntu"/>
                <a:ea typeface="Ubuntu"/>
                <a:cs typeface="Ubuntu"/>
                <a:sym typeface="Ubuntu"/>
              </a:rPr>
              <a:t>Technologies to be used</a:t>
            </a:r>
            <a:endParaRPr sz="700"/>
          </a:p>
        </p:txBody>
      </p:sp>
      <p:sp>
        <p:nvSpPr>
          <p:cNvPr id="259" name="Google Shape;259;p30"/>
          <p:cNvSpPr txBox="1"/>
          <p:nvPr/>
        </p:nvSpPr>
        <p:spPr>
          <a:xfrm>
            <a:off x="514350" y="2107865"/>
            <a:ext cx="3722475" cy="849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 are the technologies which we will be using to build the solution.</a:t>
            </a:r>
            <a:endParaRPr sz="700"/>
          </a:p>
        </p:txBody>
      </p:sp>
      <p:sp>
        <p:nvSpPr>
          <p:cNvPr id="260" name="Google Shape;260;p30"/>
          <p:cNvSpPr txBox="1"/>
          <p:nvPr/>
        </p:nvSpPr>
        <p:spPr>
          <a:xfrm>
            <a:off x="672206" y="2957166"/>
            <a:ext cx="37752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667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Python: For prediction of leave time using AI based algorithms</a:t>
            </a:r>
            <a:endParaRPr sz="700"/>
          </a:p>
          <a:p>
            <a:pPr indent="-127000" lvl="1" marL="2667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C++: For algorithms to implement smart container placement.</a:t>
            </a:r>
            <a:endParaRPr sz="700"/>
          </a:p>
          <a:p>
            <a:pPr indent="-127000" lvl="1" marL="26670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Javascript: For easy to use UI</a:t>
            </a:r>
            <a:endParaRPr sz="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31"/>
          <p:cNvGrpSpPr/>
          <p:nvPr/>
        </p:nvGrpSpPr>
        <p:grpSpPr>
          <a:xfrm>
            <a:off x="0" y="3790732"/>
            <a:ext cx="9246591" cy="8271373"/>
            <a:chOff x="0" y="-41275"/>
            <a:chExt cx="812800" cy="727075"/>
          </a:xfrm>
        </p:grpSpPr>
        <p:sp>
          <p:nvSpPr>
            <p:cNvPr id="266" name="Google Shape;266;p31"/>
            <p:cNvSpPr/>
            <p:nvPr/>
          </p:nvSpPr>
          <p:spPr>
            <a:xfrm>
              <a:off x="0" y="0"/>
              <a:ext cx="803782" cy="222637"/>
            </a:xfrm>
            <a:custGeom>
              <a:rect b="b" l="l" r="r" t="t"/>
              <a:pathLst>
                <a:path extrusionOk="0" h="222637" w="803782">
                  <a:moveTo>
                    <a:pt x="0" y="50800"/>
                  </a:moveTo>
                  <a:lnTo>
                    <a:pt x="401891" y="0"/>
                  </a:lnTo>
                  <a:lnTo>
                    <a:pt x="803782" y="50800"/>
                  </a:lnTo>
                  <a:lnTo>
                    <a:pt x="803782" y="171837"/>
                  </a:lnTo>
                  <a:lnTo>
                    <a:pt x="401891" y="222637"/>
                  </a:lnTo>
                  <a:lnTo>
                    <a:pt x="0" y="171837"/>
                  </a:lnTo>
                  <a:lnTo>
                    <a:pt x="0" y="50800"/>
                  </a:lnTo>
                </a:path>
              </a:pathLst>
            </a:custGeom>
            <a:solidFill>
              <a:srgbClr val="3B2899"/>
            </a:solidFill>
            <a:ln>
              <a:noFill/>
            </a:ln>
          </p:spPr>
        </p:sp>
        <p:sp>
          <p:nvSpPr>
            <p:cNvPr id="267" name="Google Shape;267;p31"/>
            <p:cNvSpPr txBox="1"/>
            <p:nvPr/>
          </p:nvSpPr>
          <p:spPr>
            <a:xfrm>
              <a:off x="0" y="-41275"/>
              <a:ext cx="812800" cy="727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31"/>
          <p:cNvGrpSpPr/>
          <p:nvPr/>
        </p:nvGrpSpPr>
        <p:grpSpPr>
          <a:xfrm>
            <a:off x="-487360" y="281628"/>
            <a:ext cx="1765313" cy="1027467"/>
            <a:chOff x="0" y="-66675"/>
            <a:chExt cx="812800" cy="473075"/>
          </a:xfrm>
        </p:grpSpPr>
        <p:sp>
          <p:nvSpPr>
            <p:cNvPr id="269" name="Google Shape;269;p31"/>
            <p:cNvSpPr/>
            <p:nvPr/>
          </p:nvSpPr>
          <p:spPr>
            <a:xfrm>
              <a:off x="0" y="0"/>
              <a:ext cx="406400" cy="406400"/>
            </a:xfrm>
            <a:custGeom>
              <a:rect b="b" l="l" r="r" t="t"/>
              <a:pathLst>
                <a:path extrusionOk="0" h="406400" w="406400">
                  <a:moveTo>
                    <a:pt x="203200" y="0"/>
                  </a:moveTo>
                  <a:cubicBezTo>
                    <a:pt x="315424" y="0"/>
                    <a:pt x="406400" y="90976"/>
                    <a:pt x="406400" y="203200"/>
                  </a:cubicBezTo>
                  <a:cubicBezTo>
                    <a:pt x="406400" y="315424"/>
                    <a:pt x="315424" y="406400"/>
                    <a:pt x="2032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lnTo>
                    <a:pt x="203200" y="0"/>
                  </a:lnTo>
                </a:path>
              </a:pathLst>
            </a:custGeom>
            <a:solidFill>
              <a:srgbClr val="FF4F6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1"/>
            <p:cNvSpPr txBox="1"/>
            <p:nvPr/>
          </p:nvSpPr>
          <p:spPr>
            <a:xfrm>
              <a:off x="0" y="-66675"/>
              <a:ext cx="812800" cy="473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1" name="Google Shape;271;p31"/>
          <p:cNvSpPr txBox="1"/>
          <p:nvPr/>
        </p:nvSpPr>
        <p:spPr>
          <a:xfrm>
            <a:off x="514350" y="495300"/>
            <a:ext cx="6972316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3B2899"/>
                </a:solidFill>
                <a:latin typeface="Ubuntu"/>
                <a:ea typeface="Ubuntu"/>
                <a:cs typeface="Ubuntu"/>
                <a:sym typeface="Ubuntu"/>
              </a:rPr>
              <a:t>Team Members</a:t>
            </a:r>
            <a:endParaRPr sz="700"/>
          </a:p>
        </p:txBody>
      </p:sp>
      <p:sp>
        <p:nvSpPr>
          <p:cNvPr id="272" name="Google Shape;272;p31"/>
          <p:cNvSpPr txBox="1"/>
          <p:nvPr/>
        </p:nvSpPr>
        <p:spPr>
          <a:xfrm>
            <a:off x="514350" y="2181619"/>
            <a:ext cx="2321932" cy="71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Jayant Kumar Dubey</a:t>
            </a:r>
            <a:endParaRPr sz="700"/>
          </a:p>
        </p:txBody>
      </p:sp>
      <p:sp>
        <p:nvSpPr>
          <p:cNvPr id="273" name="Google Shape;273;p31"/>
          <p:cNvSpPr txBox="1"/>
          <p:nvPr/>
        </p:nvSpPr>
        <p:spPr>
          <a:xfrm>
            <a:off x="715472" y="3088170"/>
            <a:ext cx="191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(</a:t>
            </a: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Lead)</a:t>
            </a:r>
            <a:endParaRPr sz="700"/>
          </a:p>
        </p:txBody>
      </p:sp>
      <p:sp>
        <p:nvSpPr>
          <p:cNvPr id="274" name="Google Shape;274;p31"/>
          <p:cNvSpPr txBox="1"/>
          <p:nvPr/>
        </p:nvSpPr>
        <p:spPr>
          <a:xfrm>
            <a:off x="7104341" y="2181619"/>
            <a:ext cx="1214863" cy="71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Supriy Rathi</a:t>
            </a:r>
            <a:endParaRPr sz="700"/>
          </a:p>
        </p:txBody>
      </p:sp>
      <p:sp>
        <p:nvSpPr>
          <p:cNvPr id="275" name="Google Shape;275;p31"/>
          <p:cNvSpPr txBox="1"/>
          <p:nvPr/>
        </p:nvSpPr>
        <p:spPr>
          <a:xfrm>
            <a:off x="3337879" y="2181619"/>
            <a:ext cx="1214864" cy="71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Prixit Singh</a:t>
            </a:r>
            <a:endParaRPr sz="700"/>
          </a:p>
        </p:txBody>
      </p:sp>
      <p:sp>
        <p:nvSpPr>
          <p:cNvPr id="276" name="Google Shape;276;p31"/>
          <p:cNvSpPr txBox="1"/>
          <p:nvPr/>
        </p:nvSpPr>
        <p:spPr>
          <a:xfrm>
            <a:off x="5052805" y="2181619"/>
            <a:ext cx="1422886" cy="719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Aditi Kulkarni</a:t>
            </a:r>
            <a:endParaRPr sz="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983" l="-761" r="-760" t="-1263"/>
            </a:stretch>
          </a:blipFill>
          <a:ln>
            <a:noFill/>
          </a:ln>
        </p:spPr>
      </p:sp>
      <p:pic>
        <p:nvPicPr>
          <p:cNvPr id="282" name="Google Shape;28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847" y="376742"/>
            <a:ext cx="8524306" cy="439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2"/>
          <p:cNvSpPr txBox="1"/>
          <p:nvPr/>
        </p:nvSpPr>
        <p:spPr>
          <a:xfrm>
            <a:off x="1370809" y="2266950"/>
            <a:ext cx="640238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800" u="none" cap="none" strike="noStrik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Thank you!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